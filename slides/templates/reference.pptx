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00E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E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996696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400" b="1">
                <a:solidFill>
                  <a:srgbClr val="00ED64"/>
                </a:solidFill>
                <a:latin typeface="Calibri"/>
              </a:rPr>
              <a:t>Presentation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57600"/>
            <a:ext cx="996696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200" b="0">
                <a:solidFill>
                  <a:srgbClr val="CCCCCC"/>
                </a:solidFill>
                <a:latin typeface="Calibri"/>
              </a:rPr>
              <a:t>Subtitle · Author ·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E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6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00ED64"/>
                </a:solidFill>
                <a:latin typeface="Calibri"/>
              </a:rPr>
              <a:t>Content Slide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0972800" cy="36000"/>
          </a:xfrm>
          <a:prstGeom prst="rect">
            <a:avLst/>
          </a:prstGeom>
          <a:solidFill>
            <a:srgbClr val="006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• Main bullet point
• Supporting detail
• Another point
• Keep to 4–6 bullets per slide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E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6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8600"/>
            <a:ext cx="10972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00ED64"/>
                </a:solidFill>
                <a:latin typeface="Calibri"/>
              </a:rPr>
              <a:t>Two-Column or Code Slide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51560"/>
            <a:ext cx="10972800" cy="36000"/>
          </a:xfrm>
          <a:prstGeom prst="rect">
            <a:avLst/>
          </a:prstGeom>
          <a:solidFill>
            <a:srgbClr val="006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Code block or two-column layout 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8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00ED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3272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Break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